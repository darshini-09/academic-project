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5" r:id="rId2"/>
    <p:sldId id="258" r:id="rId3"/>
    <p:sldId id="259" r:id="rId4"/>
    <p:sldId id="276" r:id="rId5"/>
    <p:sldId id="260" r:id="rId6"/>
    <p:sldId id="261" r:id="rId7"/>
    <p:sldId id="262" r:id="rId8"/>
    <p:sldId id="263" r:id="rId9"/>
    <p:sldId id="269" r:id="rId10"/>
    <p:sldId id="270" r:id="rId11"/>
    <p:sldId id="271" r:id="rId12"/>
    <p:sldId id="272" r:id="rId13"/>
    <p:sldId id="273" r:id="rId14"/>
    <p:sldId id="274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8728A63-2D9A-4371-BD00-A88C9E255CD2}" v="1" dt="2026-03-23T05:17:15.4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em kumar" userId="9f3d6e1f8be1cd2f" providerId="LiveId" clId="{D228399C-2A47-40FC-BF33-5402CF727529}"/>
    <pc:docChg chg="modSld">
      <pc:chgData name="prem kumar" userId="9f3d6e1f8be1cd2f" providerId="LiveId" clId="{D228399C-2A47-40FC-BF33-5402CF727529}" dt="2026-03-23T05:17:29.029" v="2" actId="255"/>
      <pc:docMkLst>
        <pc:docMk/>
      </pc:docMkLst>
      <pc:sldChg chg="modSp mod">
        <pc:chgData name="prem kumar" userId="9f3d6e1f8be1cd2f" providerId="LiveId" clId="{D228399C-2A47-40FC-BF33-5402CF727529}" dt="2026-03-23T05:17:29.029" v="2" actId="255"/>
        <pc:sldMkLst>
          <pc:docMk/>
          <pc:sldMk cId="2211379880" sldId="276"/>
        </pc:sldMkLst>
        <pc:spChg chg="mod">
          <ac:chgData name="prem kumar" userId="9f3d6e1f8be1cd2f" providerId="LiveId" clId="{D228399C-2A47-40FC-BF33-5402CF727529}" dt="2026-03-23T05:17:29.029" v="2" actId="255"/>
          <ac:spMkLst>
            <pc:docMk/>
            <pc:sldMk cId="2211379880" sldId="276"/>
            <ac:spMk id="3" creationId="{19D43847-FBF7-6CB7-BAEE-70D6D9FA51B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9B9F500-C8CE-8411-74E4-573522D672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3909"/>
            <a:ext cx="12192000" cy="6650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7425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11827"/>
                </a:solidFill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11827"/>
                </a:solidFill>
              </a:defRPr>
            </a:pPr>
            <a:r>
              <a:t>Companies find it difficult to manually review every employee record for possible layoff risk.</a:t>
            </a:r>
          </a:p>
          <a:p>
            <a:pPr>
              <a:spcAft>
                <a:spcPts val="1000"/>
              </a:spcAft>
              <a:defRPr sz="2000">
                <a:solidFill>
                  <a:srgbClr val="111827"/>
                </a:solidFill>
              </a:defRPr>
            </a:pPr>
            <a:r>
              <a:t>Late identification affects workforce planning and slows HR decisions.</a:t>
            </a:r>
          </a:p>
          <a:p>
            <a:pPr>
              <a:spcAft>
                <a:spcPts val="1000"/>
              </a:spcAft>
              <a:defRPr sz="2000">
                <a:solidFill>
                  <a:srgbClr val="111827"/>
                </a:solidFill>
              </a:defRPr>
            </a:pPr>
            <a:r>
              <a:t>This project predicts risk early using employee, performance, and context features.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11827"/>
                </a:solidFill>
              </a:defRPr>
            </a:pPr>
            <a:r>
              <a:t>Project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11827"/>
                </a:solidFill>
              </a:defRPr>
            </a:pPr>
            <a:r>
              <a:t>Predict layoff risk as a probability score and a High/Low classification.</a:t>
            </a:r>
          </a:p>
          <a:p>
            <a:pPr>
              <a:spcAft>
                <a:spcPts val="1000"/>
              </a:spcAft>
              <a:defRPr sz="2000">
                <a:solidFill>
                  <a:srgbClr val="111827"/>
                </a:solidFill>
              </a:defRPr>
            </a:pPr>
            <a:r>
              <a:t>Provide a web-based system that HR users can operate without coding knowledge.</a:t>
            </a:r>
          </a:p>
          <a:p>
            <a:pPr>
              <a:spcAft>
                <a:spcPts val="1000"/>
              </a:spcAft>
              <a:defRPr sz="2000">
                <a:solidFill>
                  <a:srgbClr val="111827"/>
                </a:solidFill>
              </a:defRPr>
            </a:pPr>
            <a:r>
              <a:t>Support both single employee analysis and full dataset prediction.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7B2AB60-4246-E90F-F3CE-8D6DB11E050C}"/>
              </a:ext>
            </a:extLst>
          </p:cNvPr>
          <p:cNvSpPr txBox="1"/>
          <p:nvPr/>
        </p:nvSpPr>
        <p:spPr>
          <a:xfrm>
            <a:off x="4041058" y="454883"/>
            <a:ext cx="32064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3600" dirty="0"/>
              <a:t>REQUIREMENTS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D43847-FBF7-6CB7-BAEE-70D6D9FA51B5}"/>
              </a:ext>
            </a:extLst>
          </p:cNvPr>
          <p:cNvSpPr txBox="1"/>
          <p:nvPr/>
        </p:nvSpPr>
        <p:spPr>
          <a:xfrm>
            <a:off x="1170039" y="2290916"/>
            <a:ext cx="2597186" cy="40626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/>
              <a:t>pandas&gt;=2.0</a:t>
            </a:r>
          </a:p>
          <a:p>
            <a:r>
              <a:rPr lang="en-IN" sz="2800" dirty="0" err="1"/>
              <a:t>numpy</a:t>
            </a:r>
            <a:r>
              <a:rPr lang="en-IN" sz="2800" dirty="0"/>
              <a:t>&gt;=1.24</a:t>
            </a:r>
          </a:p>
          <a:p>
            <a:r>
              <a:rPr lang="en-IN" sz="2800" dirty="0"/>
              <a:t>scikit-learn&gt;=1.3</a:t>
            </a:r>
          </a:p>
          <a:p>
            <a:r>
              <a:rPr lang="en-IN" sz="2800" dirty="0" err="1"/>
              <a:t>openpyxl</a:t>
            </a:r>
            <a:r>
              <a:rPr lang="en-IN" sz="2800" dirty="0"/>
              <a:t>&gt;=3.1</a:t>
            </a:r>
          </a:p>
          <a:p>
            <a:r>
              <a:rPr lang="en-IN" sz="2800" dirty="0" err="1"/>
              <a:t>joblib</a:t>
            </a:r>
            <a:r>
              <a:rPr lang="en-IN" sz="2800" dirty="0"/>
              <a:t>&gt;=1.3</a:t>
            </a:r>
          </a:p>
          <a:p>
            <a:r>
              <a:rPr lang="en-IN" sz="2800" dirty="0"/>
              <a:t>flask&gt;=3.0</a:t>
            </a:r>
          </a:p>
          <a:p>
            <a:br>
              <a:rPr lang="en-IN" dirty="0"/>
            </a:br>
            <a:endParaRPr lang="en-IN" dirty="0"/>
          </a:p>
          <a:p>
            <a:br>
              <a:rPr lang="en-IN" dirty="0"/>
            </a:b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113798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11827"/>
                </a:solidFill>
              </a:defRPr>
            </a:pPr>
            <a:r>
              <a:t>Dataset and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111827"/>
                </a:solidFill>
              </a:defRPr>
            </a:pPr>
            <a:r>
              <a:t>Training file: Data/processed/Training_Data.csv</a:t>
            </a:r>
          </a:p>
          <a:p>
            <a:pPr>
              <a:spcAft>
                <a:spcPts val="1000"/>
              </a:spcAft>
              <a:defRPr sz="1900">
                <a:solidFill>
                  <a:srgbClr val="111827"/>
                </a:solidFill>
              </a:defRPr>
            </a:pPr>
            <a:r>
              <a:t>Testing file: Data/processed/Testing_Data.csv</a:t>
            </a:r>
          </a:p>
          <a:p>
            <a:pPr>
              <a:spcAft>
                <a:spcPts val="1000"/>
              </a:spcAft>
              <a:defRPr sz="1900">
                <a:solidFill>
                  <a:srgbClr val="111827"/>
                </a:solidFill>
              </a:defRPr>
            </a:pPr>
            <a:r>
              <a:t>Target column: layoff_target</a:t>
            </a:r>
          </a:p>
          <a:p>
            <a:pPr>
              <a:spcAft>
                <a:spcPts val="1000"/>
              </a:spcAft>
              <a:defRPr sz="1900">
                <a:solidFill>
                  <a:srgbClr val="111827"/>
                </a:solidFill>
              </a:defRPr>
            </a:pPr>
            <a:r>
              <a:t>Important features: Age, DistanceFromHome, monthly_income, PerformanceRating, YearsInCurrentRole, department, job_role, overtime, industry_proxy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11827"/>
                </a:solidFill>
              </a:defRPr>
            </a:pPr>
            <a:r>
              <a:t>Algorithm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554480"/>
          <a:ext cx="10972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ROC-AUC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F1 (Class 1)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Recall (Class 1)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t>RandomForest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0.9412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0.9340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0.4348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0.3333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t>GradientBoosting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0.9412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0.9194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0.4348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0.3333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t>AdaBoost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0.9412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0.9006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0.4348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0.3333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t>ExtraTrees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0.9321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0.9314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0.4828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0.4667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t>LogisticRegression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0.8416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0.9243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0.4068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0.8000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5806440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75569"/>
                </a:solidFill>
              </a:defRPr>
            </a:pPr>
            <a:r>
              <a:t>Selected model in current metadata: RandomForest | Decision threshold: 0.48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11827"/>
                </a:solidFill>
              </a:defRPr>
            </a:pPr>
            <a:r>
              <a:t>Model and Prediction Logic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11827"/>
                </a:solidFill>
              </a:defRPr>
            </a:pPr>
            <a:r>
              <a:t>Saved deployment model: RandomForest</a:t>
            </a:r>
          </a:p>
          <a:p>
            <a:pPr>
              <a:spcAft>
                <a:spcPts val="1000"/>
              </a:spcAft>
              <a:defRPr sz="2000">
                <a:solidFill>
                  <a:srgbClr val="111827"/>
                </a:solidFill>
              </a:defRPr>
            </a:pPr>
            <a:r>
              <a:t>Decision threshold used in app: 0.48</a:t>
            </a:r>
          </a:p>
          <a:p>
            <a:pPr>
              <a:spcAft>
                <a:spcPts val="1000"/>
              </a:spcAft>
              <a:defRPr sz="2000">
                <a:solidFill>
                  <a:srgbClr val="111827"/>
                </a:solidFill>
              </a:defRPr>
            </a:pPr>
            <a:r>
              <a:t>The model generates layoff probability first, then converts it into High or Low risk.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11827"/>
                </a:solidFill>
              </a:defRPr>
            </a:pPr>
            <a:r>
              <a:t>Code Execution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2412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11827"/>
                </a:solidFill>
              </a:defRPr>
            </a:pPr>
            <a:r>
              <a:t>1. Install packages: python -m pip install -r requirements.txt</a:t>
            </a:r>
          </a:p>
          <a:p>
            <a:pPr>
              <a:spcAft>
                <a:spcPts val="1200"/>
              </a:spcAft>
              <a:defRPr sz="2200">
                <a:solidFill>
                  <a:srgbClr val="111827"/>
                </a:solidFill>
              </a:defRPr>
            </a:pPr>
            <a:r>
              <a:t>2. Train model: python scripts\train_compare_models.py</a:t>
            </a:r>
          </a:p>
          <a:p>
            <a:pPr>
              <a:spcAft>
                <a:spcPts val="1200"/>
              </a:spcAft>
              <a:defRPr sz="2200">
                <a:solidFill>
                  <a:srgbClr val="111827"/>
                </a:solidFill>
              </a:defRPr>
            </a:pPr>
            <a:r>
              <a:t>3. Run application: python app.py</a:t>
            </a:r>
          </a:p>
          <a:p>
            <a:pPr>
              <a:spcAft>
                <a:spcPts val="1200"/>
              </a:spcAft>
              <a:defRPr sz="2200">
                <a:solidFill>
                  <a:srgbClr val="111827"/>
                </a:solidFill>
              </a:defRPr>
            </a:pPr>
            <a:r>
              <a:t>4. Open browser: http://127.0.0.1:5000</a:t>
            </a:r>
          </a:p>
          <a:p>
            <a:pPr>
              <a:spcAft>
                <a:spcPts val="1200"/>
              </a:spcAft>
              <a:defRPr sz="2200">
                <a:solidFill>
                  <a:srgbClr val="111827"/>
                </a:solidFill>
              </a:defRPr>
            </a:pPr>
            <a:r>
              <a:t>5. Login and demonstrate dashboard modules one by one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A60AF5C-35A0-E537-83B9-1A84D59CE0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8945" y="-130628"/>
            <a:ext cx="1033305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53780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761D394-000B-F18A-9517-CE419FE030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245" y="0"/>
            <a:ext cx="978309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074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11827"/>
                </a:solidFill>
              </a:defRPr>
            </a:pPr>
            <a:r>
              <a:t>Single Evaluation Screen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14400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Form-based individual employee risk prediction</a:t>
            </a:r>
          </a:p>
        </p:txBody>
      </p:sp>
      <p:pic>
        <p:nvPicPr>
          <p:cNvPr id="4" name="Picture 3" descr="single_modu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17320"/>
            <a:ext cx="1097280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11827"/>
                </a:solidFill>
              </a:defRPr>
            </a:pPr>
            <a:r>
              <a:t>Batch Evaluation Screen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14400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Dataset upload and prediction execution flow</a:t>
            </a:r>
          </a:p>
        </p:txBody>
      </p:sp>
      <p:pic>
        <p:nvPicPr>
          <p:cNvPr id="4" name="Picture 3" descr="batch_modu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17320"/>
            <a:ext cx="1097280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11827"/>
                </a:solidFill>
              </a:defRPr>
            </a:pPr>
            <a:r>
              <a:t>Records Updation Screen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14400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Dataset selection, row loading, and record editing</a:t>
            </a:r>
          </a:p>
        </p:txBody>
      </p:sp>
      <p:pic>
        <p:nvPicPr>
          <p:cNvPr id="4" name="Picture 3" descr="records_modu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17320"/>
            <a:ext cx="1097280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11827"/>
                </a:solidFill>
              </a:defRPr>
            </a:pPr>
            <a:r>
              <a:t>Graphical Representation Screen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14400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Dashboard charts for risk distribution and department patterns</a:t>
            </a:r>
          </a:p>
        </p:txBody>
      </p:sp>
      <p:pic>
        <p:nvPicPr>
          <p:cNvPr id="4" name="Picture 3" descr="graphs_modu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17320"/>
            <a:ext cx="10972800" cy="52120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344</Words>
  <Application>Microsoft Office PowerPoint</Application>
  <PresentationFormat>Widescreen</PresentationFormat>
  <Paragraphs>72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prem kumar</cp:lastModifiedBy>
  <cp:revision>3</cp:revision>
  <dcterms:created xsi:type="dcterms:W3CDTF">2013-01-27T09:14:16Z</dcterms:created>
  <dcterms:modified xsi:type="dcterms:W3CDTF">2026-03-23T05:17:32Z</dcterms:modified>
  <cp:category/>
</cp:coreProperties>
</file>